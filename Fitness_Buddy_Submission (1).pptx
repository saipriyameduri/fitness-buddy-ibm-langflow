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ipriyameduri/fitness-buddy-ibm-langflow" TargetMode="Externa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ipriyameduri/fitness-buddy-ibm-langflow" TargetMode="Externa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ipriyameduri/fitness-buddy-ibm-langflow" TargetMode="Externa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371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7432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274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IBM INTERNSHIP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46304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🏋️ FITNESS BUDDY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320040" y="2423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Personal Fitness Coach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20040" y="29260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C9A7"/>
                </a:solidFill>
              </a:rPr>
              <a:t>Built with LangFlow + IBM watsonx.ai + IBM Granite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36576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0"/>
                </a:solidFill>
              </a:rPr>
              <a:t>Edunet Foundation | IBM 4-Week Internship | Problem Statement #13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0040" y="40233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MEDURI HEMA SRI NAGA SAI PRIYA  |  Mohan Babu University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1020"/>
          </a:solidFill>
          <a:ln w="12700">
            <a:solidFill>
              <a:srgbClr val="0610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C9A7"/>
                </a:solidFill>
              </a:rPr>
              <a:t>Transforming Fitness with Conversational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STUDENT PROFILE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303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530352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2A0"/>
                </a:solidFill>
              </a:rPr>
              <a:t>Full Name: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57400" y="14630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MEDURI HEMA SRI NAGA SAI PRIYA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93852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2A0"/>
                </a:solidFill>
              </a:rPr>
              <a:t>Email ID: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57400" y="193852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saipriyameduri2@gmail.com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41401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2A0"/>
                </a:solidFill>
              </a:rPr>
              <a:t>Mobile: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241401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8309071245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88950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2A0"/>
                </a:solidFill>
              </a:rPr>
              <a:t>College: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7400" y="288950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Mohan Babu University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3649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2A0"/>
                </a:solidFill>
              </a:rPr>
              <a:t>Domain: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57400" y="336499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Health &amp; Fitness / 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2A0"/>
                </a:solidFill>
              </a:rPr>
              <a:t>Project: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38404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Fitness Buddy – AI Fitness Coach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1280160"/>
            <a:ext cx="2834640" cy="3383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508760"/>
            <a:ext cx="1188720" cy="11887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943600" y="27432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FITNESS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BUDDY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943600" y="35204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0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92240" y="384048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92240" y="3840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#13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3">
            <a:hlinkClick r:id="rId2" tooltip=""/>
          </p:cNvPr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00C9A7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github.com/saipriyameduri/fitness-buddy-ibm-langflow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1020"/>
          </a:solidFill>
          <a:ln w="12700">
            <a:solidFill>
              <a:srgbClr val="06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 #13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188720"/>
            <a:ext cx="4023360" cy="3566160"/>
          </a:xfrm>
          <a:prstGeom prst="rect">
            <a:avLst/>
          </a:prstGeom>
          <a:solidFill>
            <a:srgbClr val="0D1F35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188720"/>
            <a:ext cx="402336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188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THE CHALLENGE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1691640"/>
            <a:ext cx="3794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92A0"/>
                </a:solidFill>
              </a:rPr>
              <a:t>In today's fast-paced world, many individuals struggle to maintain a healthy lifestyle due to: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Lack of personalized fitness guidance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Time constraints and busy schedules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Inconsistent motivation and habit building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Expensive gym memberships &amp; rigid plans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No accessible, 24/7 fitness assistant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0" y="1188720"/>
            <a:ext cx="4297680" cy="3566160"/>
          </a:xfrm>
          <a:prstGeom prst="rect">
            <a:avLst/>
          </a:prstGeom>
          <a:solidFill>
            <a:srgbClr val="0D1F3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1188720"/>
            <a:ext cx="4297680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11887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🎯 THE OBJECTIVE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709160" y="169164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92A0"/>
                </a:solidFill>
              </a:rPr>
              <a:t>Build Fitness Buddy — an AI conversational fitness coach that: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 Recommends home workouts based on user input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 Provides motivational tips and daily inspiration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 Suggests nutritious meal ideas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 Encourages habit-building and consistency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 Remembers user preferences using Memory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7432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3716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3716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LangFlow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9768" y="185623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Visual AI workflow builder to design and orchestrate the Fitness Buddy chatbot pipeline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12344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234440"/>
            <a:ext cx="27432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3716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13716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IBM watsonx.ai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55848" y="185623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IBM's enterprise AI platform for model deployment, scaling and AI governance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72200" y="12344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72200" y="1234440"/>
            <a:ext cx="27432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3716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66560" y="13716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IBM Granite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81928" y="185623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ibm/granite-8b-code-instruct model via IBM watsonx.ai — mandatory IBM AI model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20040" y="30175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3017520"/>
            <a:ext cx="27432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15468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" y="31546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Message History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29768" y="363931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LangFlow Memory component for conversation history and personalized responses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46120" y="30175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46120" y="3017520"/>
            <a:ext cx="27432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315468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40480" y="31546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Prompt Template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355848" y="363931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Dynamic prompt engineering to guide AI responses for fitness coaching behavior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172200" y="30175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72200" y="3017520"/>
            <a:ext cx="27432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154680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66560" y="31546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IBM Cloud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281928" y="363931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IBM Cloud Lite plan infrastructure hosting watsonx.ai Runtime (Sydney region)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2286000" y="4709160"/>
            <a:ext cx="4572000" cy="320040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2860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✅  Approach Used: LangFlow + IBM watsonx.ai + IBM Granite Models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1020"/>
          </a:solidFill>
          <a:ln w="12700">
            <a:solidFill>
              <a:srgbClr val="06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960120"/>
          </a:xfrm>
          <a:prstGeom prst="rect">
            <a:avLst/>
          </a:prstGeom>
          <a:solidFill>
            <a:srgbClr val="0D1F3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Fitness Buddy is an AI-powered conversational fitness coach built using LangFlow and IBM watsonx.ai. It provides personalized home workout routines, healthy meal suggestions, daily motivation, and habit-building guidance through an intelligent chat interface — available 24/7, completely free.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240280"/>
            <a:ext cx="2011680" cy="2560320"/>
          </a:xfrm>
          <a:prstGeom prst="rect">
            <a:avLst/>
          </a:prstGeom>
          <a:solidFill>
            <a:srgbClr val="0D1F35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7744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30906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Workout Plans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3493008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Personalized home workout routines based on fitness level and goals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50592" y="2240280"/>
            <a:ext cx="2011680" cy="2560320"/>
          </a:xfrm>
          <a:prstGeom prst="rect">
            <a:avLst/>
          </a:prstGeom>
          <a:solidFill>
            <a:srgbClr val="0D1F35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237744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50592" y="30906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Meal Guidance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542032" y="3493008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Healthy meal ideas and nutrition suggestions for weight management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26864" y="2240280"/>
            <a:ext cx="2011680" cy="2560320"/>
          </a:xfrm>
          <a:prstGeom prst="rect">
            <a:avLst/>
          </a:prstGeom>
          <a:solidFill>
            <a:srgbClr val="0D1F35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4" y="237744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26864" y="30906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Motivation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718304" y="3493008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Daily fitness inspiration and motivational tips to stay consistent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803136" y="2240280"/>
            <a:ext cx="2011680" cy="2560320"/>
          </a:xfrm>
          <a:prstGeom prst="rect">
            <a:avLst/>
          </a:prstGeom>
          <a:solidFill>
            <a:srgbClr val="0D1F35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2377440"/>
            <a:ext cx="640080" cy="6400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03136" y="30906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Memory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894576" y="3493008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Remembers user name, goals and preferences across the conversation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LANGFLOW COMPONENTS USED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475488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Chat Input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508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Interface where users enter fitness queries, goals, and preferences through natural language conversation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938528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938528"/>
            <a:ext cx="475488" cy="6583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938528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19842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Prompt Template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2585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Dynamic prompt engineering that instructs IBM Granite to behave as a fitness coach with specific rules and format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688336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688336"/>
            <a:ext cx="475488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688336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27340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IBM watsonx.ai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0083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IBM's AI model component using ibm/granite-8b-code-instruct to generate personalized fitness plans and advice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438144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438144"/>
            <a:ext cx="475488" cy="6583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438144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8680" y="34838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Message History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375818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Memory component that stores conversation history so Fitness Buddy remembers user name, goals and context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187952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187952"/>
            <a:ext cx="475488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187952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68680" y="4233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Chat Output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45079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Displays AI-generated workout plans, meal suggestions, motivation tips and fitness guidance to the user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1020"/>
          </a:solidFill>
          <a:ln w="12700">
            <a:solidFill>
              <a:srgbClr val="06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LANGFLOW WORKFLOW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51560"/>
            <a:ext cx="859536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1020"/>
          </a:solidFill>
          <a:ln w="12700">
            <a:solidFill>
              <a:srgbClr val="0610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A7"/>
                </a:solidFill>
              </a:rPr>
              <a:t>LangFlow Canvas: Chat Input → Message History → Prompt Template → IBM watsonx.ai (Granite) → Chat Output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BLUEPRINT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600200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430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9A7"/>
                </a:solidFill>
              </a:rPr>
              <a:t>Web Browser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C9A7"/>
                </a:solidFill>
              </a:rPr>
              <a:t>LangFlow Playground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74520" y="1664208"/>
            <a:ext cx="502920" cy="64008"/>
          </a:xfrm>
          <a:prstGeom prst="rect">
            <a:avLst/>
          </a:prstGeom>
          <a:solidFill>
            <a:srgbClr val="8892A0"/>
          </a:solidFill>
          <a:ln w="12700">
            <a:solidFill>
              <a:srgbClr val="8892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1143000"/>
            <a:ext cx="1600200" cy="1188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03120" y="11430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CHAT INPUT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17373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LangFlow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Input Component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03320" y="1664208"/>
            <a:ext cx="502920" cy="64008"/>
          </a:xfrm>
          <a:prstGeom prst="rect">
            <a:avLst/>
          </a:prstGeom>
          <a:solidFill>
            <a:srgbClr val="8892A0"/>
          </a:solidFill>
          <a:ln w="12700">
            <a:solidFill>
              <a:srgbClr val="8892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1920" y="1143000"/>
            <a:ext cx="1600200" cy="1188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31920" y="11430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MEMORY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17373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9A7"/>
                </a:solidFill>
              </a:rPr>
              <a:t>Message History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C9A7"/>
                </a:solidFill>
              </a:rPr>
              <a:t>LangFlow Component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32120" y="1664208"/>
            <a:ext cx="502920" cy="64008"/>
          </a:xfrm>
          <a:prstGeom prst="rect">
            <a:avLst/>
          </a:prstGeom>
          <a:solidFill>
            <a:srgbClr val="8892A0"/>
          </a:solidFill>
          <a:ln w="12700">
            <a:solidFill>
              <a:srgbClr val="8892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1143000"/>
            <a:ext cx="1600200" cy="1188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60720" y="11430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PROMPT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TEMPLATE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17373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Dynamic Prompt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Engineering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60920" y="1664208"/>
            <a:ext cx="502920" cy="64008"/>
          </a:xfrm>
          <a:prstGeom prst="rect">
            <a:avLst/>
          </a:prstGeom>
          <a:solidFill>
            <a:srgbClr val="8892A0"/>
          </a:solidFill>
          <a:ln w="12700">
            <a:solidFill>
              <a:srgbClr val="8892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60920" y="1143000"/>
            <a:ext cx="1600200" cy="1188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60920" y="11430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IBM GRANITE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60920" y="17373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9A7"/>
                </a:solidFill>
              </a:rPr>
              <a:t>watsonx.ai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C9A7"/>
                </a:solidFill>
              </a:rPr>
              <a:t>granite-8b-instruct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514600"/>
            <a:ext cx="8595360" cy="1371600"/>
          </a:xfrm>
          <a:prstGeom prst="rect">
            <a:avLst/>
          </a:prstGeom>
          <a:solidFill>
            <a:srgbClr val="E8F4FD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5146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☁️  IBM CLOUD INFRASTRUCTURE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290779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IBM Cloud Lite Account  •  watsonx.ai Studio  •  watsonx.ai Runtime (Sydney au-syd)  •  API Key Authentication  •  Project ID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023360"/>
            <a:ext cx="859536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02336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9A7"/>
                </a:solidFill>
              </a:rPr>
              <a:t>📤  Chat Output  →  AI Response sent back to user  →  Fitness plans, meal ideas, motivation displayed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1020"/>
          </a:solidFill>
          <a:ln w="12700">
            <a:solidFill>
              <a:srgbClr val="06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DEMO — OUTPUT SCREENSHOTS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051560"/>
            <a:ext cx="2880360" cy="25603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54680" y="1051560"/>
            <a:ext cx="2880360" cy="256032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80760" y="1051560"/>
            <a:ext cx="2880360" cy="2560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82880" y="3657600"/>
            <a:ext cx="2880360" cy="347472"/>
          </a:xfrm>
          <a:prstGeom prst="rect">
            <a:avLst/>
          </a:prstGeom>
          <a:solidFill>
            <a:srgbClr val="0D1F3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82880" y="365760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🏋️ Workout Plan Output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3154680" y="3657600"/>
            <a:ext cx="2880360" cy="347472"/>
          </a:xfrm>
          <a:prstGeom prst="rect">
            <a:avLst/>
          </a:prstGeom>
          <a:solidFill>
            <a:srgbClr val="0D1F3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3154680" y="365760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💪 Motivation Response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080760" y="3657600"/>
            <a:ext cx="2880360" cy="347472"/>
          </a:xfrm>
          <a:prstGeom prst="rect">
            <a:avLst/>
          </a:prstGeom>
          <a:solidFill>
            <a:srgbClr val="0D1F3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080760" y="365760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📅 Daily Fitness Routine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7200" y="4114800"/>
            <a:ext cx="4023360" cy="868680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63440" y="4114800"/>
            <a:ext cx="402336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ROLE OF AGENTIC AI IN FITNESS BUDDY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54864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0759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Intelligent Understanding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32688" y="1517904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IBM Granite model understands user intent, fitness goals, and health context to generate meaningful responses rather than generic answers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1938528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1938528"/>
            <a:ext cx="54864" cy="6583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574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32688" y="1984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Personalization Engine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32688" y="2267712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Fitness Buddy adapts its recommendations based on user-provided fitness level, goals, and preferences for hyper-personalized guidance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74320" y="2688336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2688336"/>
            <a:ext cx="54864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807208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2688" y="273405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Memory &amp; Context Awareness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32688" y="3017520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Message History component enables Fitness Buddy to remember user name, goals and conversation context across the entire session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274320" y="3438144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320" y="3438144"/>
            <a:ext cx="54864" cy="6583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557016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688" y="34838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Autonomous Decision Making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32688" y="3767328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The AI autonomously decides what type of response to generate — workout plan, meal advice, or motivation — based on user query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274320" y="4187952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74320" y="4187952"/>
            <a:ext cx="54864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306824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32688" y="42336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Goal-Oriented Behavior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932688" y="4517136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Acts like a proactive digital fitness coach, always driving users toward their fitness goals with structured plans and encouragement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1020"/>
          </a:solidFill>
          <a:ln w="12700">
            <a:solidFill>
              <a:srgbClr val="06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NOVELTY &amp; UNIQUENESS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1691640"/>
          </a:xfrm>
          <a:prstGeom prst="rect">
            <a:avLst/>
          </a:prstGeom>
          <a:solidFill>
            <a:srgbClr val="0D1F35"/>
          </a:solidFill>
          <a:ln w="12700">
            <a:solidFill>
              <a:srgbClr val="FFD7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344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2344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Conversational AI Coach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75564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Unlike static fitness apps, Fitness Buddy uses natural language conversation powered by IBM Granite for dynamic guidance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1097280"/>
            <a:ext cx="2743200" cy="1691640"/>
          </a:xfrm>
          <a:prstGeom prst="rect">
            <a:avLst/>
          </a:prstGeom>
          <a:solidFill>
            <a:srgbClr val="0D1F35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2344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94760" y="12344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Memory-Enabled Chat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310128" y="175564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Unique conversation memory using LangFlow's Message History — remembers user context throughout the entire session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26480" y="1097280"/>
            <a:ext cx="2743200" cy="1691640"/>
          </a:xfrm>
          <a:prstGeom prst="rect">
            <a:avLst/>
          </a:prstGeom>
          <a:solidFill>
            <a:srgbClr val="0D1F35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2344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20840" y="12344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Prompt Engineering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236208" y="175564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Custom system prompts make IBM Granite behave specifically as a fitness coach — not a generic AI assistant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274320" y="2971800"/>
            <a:ext cx="2743200" cy="1691640"/>
          </a:xfrm>
          <a:prstGeom prst="rect">
            <a:avLst/>
          </a:prstGeom>
          <a:solidFill>
            <a:srgbClr val="0D1F35"/>
          </a:solidFill>
          <a:ln w="12700">
            <a:solidFill>
              <a:srgbClr val="FFD70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10896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8680" y="31089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IBM Enterprise AI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384048" y="363016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Built on IBM watsonx.ai — enterprise-grade AI infrastructure ensuring reliability, governance and scalability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200400" y="2971800"/>
            <a:ext cx="2743200" cy="1691640"/>
          </a:xfrm>
          <a:prstGeom prst="rect">
            <a:avLst/>
          </a:prstGeom>
          <a:solidFill>
            <a:srgbClr val="0D1F35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10896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794760" y="31089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Zero-Cost Solution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310128" y="363016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Completely free using IBM Cloud Lite plan and LangFlow open-source — accessible to everyone without subscriptions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126480" y="2971800"/>
            <a:ext cx="2743200" cy="1691640"/>
          </a:xfrm>
          <a:prstGeom prst="rect">
            <a:avLst/>
          </a:prstGeom>
          <a:solidFill>
            <a:srgbClr val="0D1F35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310896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20840" y="31089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24/7 Availability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6236208" y="363016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Always-on AI fitness coach available anytime — no appointments, no expensive gym memberships required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REPOSITORY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417320"/>
            <a:ext cx="640080" cy="640080"/>
          </a:xfrm>
          <a:prstGeom prst="rect">
            <a:avLst/>
          </a:prstGeom>
        </p:spPr>
      </p:pic>
      <p:sp>
        <p:nvSpPr>
          <p:cNvPr id="7" name="Text 4">
            <a:hlinkClick r:id="rId2" tooltip=""/>
          </p:cNvPr>
          <p:cNvSpPr/>
          <p:nvPr/>
        </p:nvSpPr>
        <p:spPr>
          <a:xfrm>
            <a:off x="2011680" y="14173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0C9A7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github.com/saipriyameduri/fitness-buddy-ibm-langflow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011680" y="18745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</a:rPr>
              <a:t>Public Repository  •  MIT License  •  README included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606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Files Uploaded to Repository: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14400" y="3017520"/>
            <a:ext cx="7315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30175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📄  Fitness_Buddy.json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89120" y="30175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</a:rPr>
              <a:t>Complete LangFlow workflow export file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14400" y="3493008"/>
            <a:ext cx="7315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349300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📸  Screenshots/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389120" y="349300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</a:rPr>
              <a:t>Demo screenshots of all chatbot responses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14400" y="3968496"/>
            <a:ext cx="7315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" y="396849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📋  README.md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389120" y="396849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</a:rPr>
              <a:t>Project description, setup instructions and flow architecture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14400" y="4443984"/>
            <a:ext cx="7315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51560" y="444398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📊  Presentation.pptx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389120" y="444398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</a:rPr>
              <a:t>This project presentation for final submission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1020"/>
          </a:solidFill>
          <a:ln w="12700">
            <a:solidFill>
              <a:srgbClr val="06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804672"/>
          </a:xfrm>
          <a:prstGeom prst="rect">
            <a:avLst/>
          </a:prstGeom>
          <a:solidFill>
            <a:srgbClr val="0D1F3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685800" cy="8046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685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8992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Wearable Device Integration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48132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Connect with smartwatches and fitness trackers to collect real-time health data (steps, heart rate, calories burned) and provide dynamic, activity-based fitness recommendations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8595360" cy="804672"/>
          </a:xfrm>
          <a:prstGeom prst="rect">
            <a:avLst/>
          </a:prstGeom>
          <a:solidFill>
            <a:srgbClr val="0D1F35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057400"/>
            <a:ext cx="685800" cy="80467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057400"/>
            <a:ext cx="685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78992" y="2103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</a:rPr>
              <a:t>Voice Assistant &amp; Multilingual Support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244144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Add voice interaction and support for multiple languages including Telugu, Hindi and Tamil — making Fitness Buddy accessible to diverse users across India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8595360" cy="804672"/>
          </a:xfrm>
          <a:prstGeom prst="rect">
            <a:avLst/>
          </a:prstGeom>
          <a:solidFill>
            <a:srgbClr val="0D1F3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017520"/>
            <a:ext cx="685800" cy="8046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17520"/>
            <a:ext cx="685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78992" y="3063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Progress Tracking Dashboard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340156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Build a visual dashboard showing weekly workout progress, calorie tracking, fitness milestones and goal completion charts using IBM Analytics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977640"/>
            <a:ext cx="8595360" cy="804672"/>
          </a:xfrm>
          <a:prstGeom prst="rect">
            <a:avLst/>
          </a:prstGeom>
          <a:solidFill>
            <a:srgbClr val="0D1F35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977640"/>
            <a:ext cx="685800" cy="80467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977640"/>
            <a:ext cx="685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78992" y="4023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</a:rPr>
              <a:t>RAG-Based Nutrition Database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436168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0"/>
                </a:solidFill>
              </a:rPr>
              <a:t>Integrate Retrieval-Augmented Generation with verified nutrition databases (USDA, WHO) to provide evidence-based meal recommendations and dietary advice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Fitness Buddy — AI Fitness Coach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286000" y="3291840"/>
            <a:ext cx="457200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MEDURI HEMA SRI NAGA SAI PRIYA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38221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0"/>
                </a:solidFill>
              </a:rPr>
              <a:t>Mohan Babu University  |  saipriyameduri2@gmail.com  |  8309071245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9A7"/>
                </a:solidFill>
              </a:rPr>
              <a:t>Edunet Foundation IBM Internship  |  Problem Statement #13</a:t>
            </a:r>
            <a:endParaRPr lang="en-US" sz="1200" dirty="0"/>
          </a:p>
        </p:txBody>
      </p:sp>
      <p:sp>
        <p:nvSpPr>
          <p:cNvPr id="13" name="Text 10">
            <a:hlinkClick r:id="rId2" tooltip=""/>
          </p:cNvPr>
          <p:cNvSpPr/>
          <p:nvPr/>
        </p:nvSpPr>
        <p:spPr>
          <a:xfrm>
            <a:off x="1371600" y="45262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96167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Click here to view GitHub Repository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Fitness Buddy - AI Powered Fitness Coach</dc:title>
  <dc:subject>PptxGenJS Presentation</dc:subject>
  <dc:creator>MEDURI HEMA SRI NAGA SAI PRIYA</dc:creator>
  <cp:lastModifiedBy>MEDURI HEMA SRI NAGA SAI PRIYA</cp:lastModifiedBy>
  <cp:revision>1</cp:revision>
  <dcterms:created xsi:type="dcterms:W3CDTF">2026-06-07T11:53:38Z</dcterms:created>
  <dcterms:modified xsi:type="dcterms:W3CDTF">2026-06-07T11:53:38Z</dcterms:modified>
</cp:coreProperties>
</file>